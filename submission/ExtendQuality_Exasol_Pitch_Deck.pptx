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eb5f737384afc" /><Relationship Type="http://schemas.openxmlformats.org/officeDocument/2006/relationships/extended-properties" Target="/docProps/app.xml" Id="R3014052d9be44eac" /><Relationship Type="http://schemas.openxmlformats.org/officeDocument/2006/relationships/officeDocument" Target="/ppt/presentation.xml" Id="Rce9bfda8f32645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87fddffa448c5"/>
  </p:sldMasterIdLst>
  <p:notesMasterIdLst>
    <p:notesMasterId xmlns:r="http://schemas.openxmlformats.org/officeDocument/2006/relationships" r:id="Rff0f51036dc04954"/>
  </p:notesMasterIdLst>
  <p:sldIdLst>
    <p:sldId xmlns:r="http://schemas.openxmlformats.org/officeDocument/2006/relationships" id="256" r:id="R81248fcb85a1457a"/>
    <p:sldId xmlns:r="http://schemas.openxmlformats.org/officeDocument/2006/relationships" id="257" r:id="R9caf2c08e55243a8"/>
    <p:sldId xmlns:r="http://schemas.openxmlformats.org/officeDocument/2006/relationships" id="258" r:id="R40ec1b96d6d64848"/>
    <p:sldId xmlns:r="http://schemas.openxmlformats.org/officeDocument/2006/relationships" id="259" r:id="Ra13fc44332564c94"/>
    <p:sldId xmlns:r="http://schemas.openxmlformats.org/officeDocument/2006/relationships" id="260" r:id="R2291fd1dc6e847b1"/>
    <p:sldId xmlns:r="http://schemas.openxmlformats.org/officeDocument/2006/relationships" id="261" r:id="R67fb74c707a149d2"/>
    <p:sldId xmlns:r="http://schemas.openxmlformats.org/officeDocument/2006/relationships" id="262" r:id="R7a98b47613bf4d94"/>
    <p:sldId xmlns:r="http://schemas.openxmlformats.org/officeDocument/2006/relationships" id="263" r:id="Rb50a23c3b2b54101"/>
    <p:sldId xmlns:r="http://schemas.openxmlformats.org/officeDocument/2006/relationships" id="264" r:id="Rde4adb9c0d3b4321"/>
    <p:sldId xmlns:r="http://schemas.openxmlformats.org/officeDocument/2006/relationships" id="265" r:id="Rb1b7fbc129e34b1b"/>
    <p:sldId xmlns:r="http://schemas.openxmlformats.org/officeDocument/2006/relationships" id="266" r:id="R47b2c6974c06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7feb37002c4531" /><Relationship Type="http://schemas.openxmlformats.org/officeDocument/2006/relationships/slideMaster" Target="/ppt/slideMasters/slideMaster1.xml" Id="R59c87fddffa448c5" /><Relationship Type="http://schemas.openxmlformats.org/officeDocument/2006/relationships/notesMaster" Target="/ppt/notesMasters/notesMaster1.xml" Id="Rff0f51036dc04954" /><Relationship Type="http://schemas.openxmlformats.org/officeDocument/2006/relationships/presProps" Target="/ppt/presProps.xml" Id="Ref74f0095acd4325" /><Relationship Type="http://schemas.openxmlformats.org/officeDocument/2006/relationships/tableStyles" Target="/ppt/tableStyles.xml" Id="Re4f596d9ebb24048" /><Relationship Type="http://schemas.openxmlformats.org/officeDocument/2006/relationships/slide" Target="/ppt/slides/slide1.xml" Id="R81248fcb85a1457a" /><Relationship Type="http://schemas.openxmlformats.org/officeDocument/2006/relationships/slide" Target="/ppt/slides/slide2.xml" Id="R9caf2c08e55243a8" /><Relationship Type="http://schemas.openxmlformats.org/officeDocument/2006/relationships/slide" Target="/ppt/slides/slide3.xml" Id="R40ec1b96d6d64848" /><Relationship Type="http://schemas.openxmlformats.org/officeDocument/2006/relationships/slide" Target="/ppt/slides/slide4.xml" Id="Ra13fc44332564c94" /><Relationship Type="http://schemas.openxmlformats.org/officeDocument/2006/relationships/slide" Target="/ppt/slides/slide5.xml" Id="R2291fd1dc6e847b1" /><Relationship Type="http://schemas.openxmlformats.org/officeDocument/2006/relationships/slide" Target="/ppt/slides/slide6.xml" Id="R67fb74c707a149d2" /><Relationship Type="http://schemas.openxmlformats.org/officeDocument/2006/relationships/slide" Target="/ppt/slides/slide7.xml" Id="R7a98b47613bf4d94" /><Relationship Type="http://schemas.openxmlformats.org/officeDocument/2006/relationships/slide" Target="/ppt/slides/slide8.xml" Id="Rb50a23c3b2b54101" /><Relationship Type="http://schemas.openxmlformats.org/officeDocument/2006/relationships/slide" Target="/ppt/slides/slide9.xml" Id="Rde4adb9c0d3b4321" /><Relationship Type="http://schemas.openxmlformats.org/officeDocument/2006/relationships/slide" Target="/ppt/slides/slide10.xml" Id="Rb1b7fbc129e34b1b" /><Relationship Type="http://schemas.openxmlformats.org/officeDocument/2006/relationships/slide" Target="/ppt/slides/slide11.xml" Id="R47b2c6974c06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9bd92c1dc14f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xtendQuality">
  <a:themeElements>
    <a:clrScheme name="ExtendQualit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tendQua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6540c95e64413" /><Relationship Type="http://schemas.openxmlformats.org/officeDocument/2006/relationships/notesMaster" Target="/ppt/notesMasters/notesMaster1.xml" Id="R75ffcaae0e6b4a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f253232979461a" /><Relationship Type="http://schemas.openxmlformats.org/officeDocument/2006/relationships/notesMaster" Target="/ppt/notesMasters/notesMaster1.xml" Id="R0b2d38bd3edb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0b6adf388a43c2" /><Relationship Type="http://schemas.openxmlformats.org/officeDocument/2006/relationships/notesMaster" Target="/ppt/notesMasters/notesMaster1.xml" Id="Re1f5519efad04a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24d2eff9a346a9" /><Relationship Type="http://schemas.openxmlformats.org/officeDocument/2006/relationships/notesMaster" Target="/ppt/notesMasters/notesMaster1.xml" Id="Rc91b062d391d42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d533484594ac5" /><Relationship Type="http://schemas.openxmlformats.org/officeDocument/2006/relationships/notesMaster" Target="/ppt/notesMasters/notesMaster1.xml" Id="R4f601c2f0dd742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5c0fcf9db4362" /><Relationship Type="http://schemas.openxmlformats.org/officeDocument/2006/relationships/notesMaster" Target="/ppt/notesMasters/notesMaster1.xml" Id="Ref59ea904fff4f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34f3091c874a33" /><Relationship Type="http://schemas.openxmlformats.org/officeDocument/2006/relationships/notesMaster" Target="/ppt/notesMasters/notesMaster1.xml" Id="Rc3f4a88e91384c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6171773575461c" /><Relationship Type="http://schemas.openxmlformats.org/officeDocument/2006/relationships/notesMaster" Target="/ppt/notesMasters/notesMaster1.xml" Id="Rd222e415553640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3723e23c6d4ce1" /><Relationship Type="http://schemas.openxmlformats.org/officeDocument/2006/relationships/notesMaster" Target="/ppt/notesMasters/notesMaster1.xml" Id="R350a049182084e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5bc8f968234226" /><Relationship Type="http://schemas.openxmlformats.org/officeDocument/2006/relationships/notesMaster" Target="/ppt/notesMasters/notesMaster1.xml" Id="R74d6e24bb72e4f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19b2eb78194de9" /><Relationship Type="http://schemas.openxmlformats.org/officeDocument/2006/relationships/notesMaster" Target="/ppt/notesMasters/notesMaster1.xml" Id="R2bfbca05284b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0264c55114b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657c74e6d44915" /><Relationship Type="http://schemas.openxmlformats.org/officeDocument/2006/relationships/slideLayout" Target="/ppt/slideLayouts/slideLayout1.xml" Id="Racf8a5acd6b34a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8a5acd6b34a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xtendQuality">
  <a:themeElements>
    <a:clrScheme name="ExtendQualit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tendQua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ad2bb41ac4df7" /><Relationship Type="http://schemas.openxmlformats.org/officeDocument/2006/relationships/image" Target="/ppt/media/image.png" Id="R8292b3d656434d99" /><Relationship Type="http://schemas.openxmlformats.org/officeDocument/2006/relationships/notesSlide" Target="/ppt/notesSlides/notesSlide1.xml" Id="R378dcb841004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968918c54471e" /><Relationship Type="http://schemas.openxmlformats.org/officeDocument/2006/relationships/notesSlide" Target="/ppt/notesSlides/notesSlide2.xml" Id="Rf8607d62c8c942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a0b8f7fa74aa4" /><Relationship Type="http://schemas.openxmlformats.org/officeDocument/2006/relationships/notesSlide" Target="/ppt/notesSlides/notesSlide3.xml" Id="Re2d547dba8b541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6b700be394334" /><Relationship Type="http://schemas.openxmlformats.org/officeDocument/2006/relationships/notesSlide" Target="/ppt/notesSlides/notesSlide4.xml" Id="R7f74b074ae374a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f88739b504053" /><Relationship Type="http://schemas.openxmlformats.org/officeDocument/2006/relationships/image" Target="/ppt/media/image2.png" Id="R24005004c49f4409" /><Relationship Type="http://schemas.openxmlformats.org/officeDocument/2006/relationships/notesSlide" Target="/ppt/notesSlides/notesSlide5.xml" Id="R42ab93a0c9ae4b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2f9048d1541c4" /><Relationship Type="http://schemas.openxmlformats.org/officeDocument/2006/relationships/notesSlide" Target="/ppt/notesSlides/notesSlide6.xml" Id="R6ab9f27dbc04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ea8bda88b4312" /><Relationship Type="http://schemas.openxmlformats.org/officeDocument/2006/relationships/image" Target="/ppt/media/image.svg" Id="Rbdd7b6d2b4ff468b" /><Relationship Type="http://schemas.openxmlformats.org/officeDocument/2006/relationships/image" Target="/ppt/media/image.png" Id="R2e8c7d29ae424330" /><Relationship Type="http://schemas.openxmlformats.org/officeDocument/2006/relationships/notesSlide" Target="/ppt/notesSlides/notesSlide7.xml" Id="R43c533169fc740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dd18c0af6411e" /><Relationship Type="http://schemas.openxmlformats.org/officeDocument/2006/relationships/notesSlide" Target="/ppt/notesSlides/notesSlide8.xml" Id="R26c57df1f35740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0243702b94ec6" /><Relationship Type="http://schemas.openxmlformats.org/officeDocument/2006/relationships/notesSlide" Target="/ppt/notesSlides/notesSlide9.xml" Id="Ra09d5007f5b54f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5a3cfda754ed9" /><Relationship Type="http://schemas.openxmlformats.org/officeDocument/2006/relationships/notesSlide" Target="/ppt/notesSlides/notesSlide10.xml" Id="Rcbc44686ec514e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525d2756c4be4" /><Relationship Type="http://schemas.openxmlformats.org/officeDocument/2006/relationships/notesSlide" Target="/ppt/notesSlides/notesSlide11.xml" Id="R4b1757cd69c14d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2508F-3F3A-4C22-A3A6-1050839B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EXTENDQUALITY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667D1-386A-4EA1-BF25-76717BEB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685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From visual inspection to</a:t>
            </a:r>
          </a:p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accountable quality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FD95-2DF3-45B4-A75F-C35BC586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Exasol AI + Data Challenge 2026  /  Predict, Detect &amp; Optimize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D6D67-E6C7-4443-A5EE-4C7B6DE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A phone-first quality workflow for static industrial products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DBB5-28AD-4CC1-9B28-3DDE454B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65722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CB89A-C2B4-4B8B-95D0-E3ADE5D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P Prajeet Joshua  ·  Mohith Dharshan J  ·  Janani Logaprabu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32C72-6B7E-417B-8E4D-F6B4001C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Exasol Personal  |  Local deployment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b3d656434d99"/>
          <a:srcRect xmlns:a="http://schemas.openxmlformats.org/drawingml/2006/main" l="32413" t="0" r="32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96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E2441-6969-4FB1-A8EC-882A3B06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01  /  THE QUALITY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53D21-5B20-4A5C-AACC-727EC5C5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 visual defect is only the beginning of the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91BBA-5166-4FF7-9609-CB511AF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Factories need evidence, a reviewer decision, and a traceable batch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ACFB8-8019-404F-8B0B-245C85E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543F6-C48F-4866-934A-61DA6C5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E9A8-B058-4D21-ACD2-96BA0E92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F7E18-3310-4AFD-9BCF-E39914B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1CC97-36B6-46DD-B5B1-D8B5795C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7EE49-60E7-477A-8F51-DE0EFEC8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62B33-D917-44EC-AB98-75C8EB46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A phone image is fast, but context is often lost.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AD0E3-197B-40D4-897E-0A8EC4D9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B012D-0D83-470D-83C0-D645198A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FFB45B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FB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C0931-AA09-4D19-8B33-102E5656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03C2C-4B15-451E-B878-63A04ED5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A model signal needs a human accept or reject 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89718-D71A-4E0A-923B-CA10F32E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CB07F-B890-4998-A06A-01670372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ED39A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5ED3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CD533-BAD7-46F4-9514-3C788E0E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49E7B-018F-4AC4-94A3-058FB8A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Batch trends should reveal where quality is drifting.</a:t>
            </a:r>
          </a:p>
        </p:txBody>
      </p:sp>
    </p:spTree>
    <p:extLst>
      <p:ext uri="{BB962C8B-B14F-4D97-AF65-F5344CB8AC3E}">
        <p14:creationId xmlns:p14="http://schemas.microsoft.com/office/powerpoint/2010/main" val="1637462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A7C5C-8765-48BB-B1E5-38E4ED02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02  /  PRODUCT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3CB67-19AE-4DD1-A99C-69D55CCB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Designed for a static-product pilot where images can be trusted.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06574-9E3D-4B6E-9FE4-404AF2BD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Industry feedback changed the scope: a rotating bearing needs a dynamic test rig; this pilot starts with still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5DAD4-FFFC-433E-84D2-B8E2FB27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0DC44-CFEA-43A1-8313-1B941494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1985C-9629-4439-9631-FFE5ABD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23EE6-FE26-41A9-9CCA-065C080A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4953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C2D2C-59BA-4393-9CC9-821D3F39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Pilot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5E1E4-CE48-4CD1-A6FA-C67D9332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Molded closures,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gaskets, stamped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FC65C-45E3-4FFF-BD97-002FC8DA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Repeatable camera position · defined defect taxonomy · reviewer sign-off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DBC73-CB82-4E1E-B1BC-95D91828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56388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1525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F4F8E-BED9-4BD8-817A-F793109C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B45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B45B"/>
                </a:solidFill>
                <a:latin typeface="Aptos"/>
                <a:ea typeface="Aptos"/>
                <a:cs typeface="Aptos"/>
              </a:rPr>
              <a:t>Why this is defensible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3A29D-E2C1-43F4-9151-8DB47DBE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B75A4-57EA-42C8-96B0-9FFAF211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861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No claim of dynamic bearing failure 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1FC20-7E16-4644-882A-4A2DE174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59038-D904-4B40-AE9B-92371882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Evidence stays linked to the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41FE5-0A5C-4167-B759-3BCAEBAF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A05E4-2A8E-451E-B494-B196AD72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Exasol stores the history needed for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182042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BC916-4F75-430A-A81F-2186F71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03  /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84AFD-A83C-4D18-BFFB-68CCD812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One capture. One decision. One durable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5D96D-9414-4F8C-9000-219FAFAA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The current MVP is a live-camera workflow; the Exasol layer makes the result queryable.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F7DE5-26AE-4F74-BDF7-63990F9C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852D8-735C-4046-BDBD-0FFA257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14566-93D5-48F6-BE13-11AD4B5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F34F8-0CA2-44E7-BC9F-74CBB227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9526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793EC-5729-4D9A-9C8F-96DDCA15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Phone camera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2F041-EF6E-4034-B61B-569D56D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822D4-6ABB-4EA6-BC80-87CBFD9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908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DB2B2-8429-4E3D-8EF7-94DCC8B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62250"/>
            <a:ext cx="19526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7E5A0-EBB2-4A7D-A945-787F1CD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OpenCV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2EB0E-EA54-45BF-B857-B8B06925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86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PRE-PROCESS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66769-FFE1-4EE9-89F0-284F6D5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908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54F66-2714-4EEC-BC4C-69F6B1B6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9526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4EB3A-7011-4BF6-93AB-413C0C3D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YOLO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2012E-AC90-4553-AFBD-094ABD70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65475-DAB5-431F-943A-4963CED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908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07789-939B-435C-999F-F5F1F006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62250"/>
            <a:ext cx="19526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B0050-A86B-4AB7-8844-A505AB0D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Decision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33657-313C-41E1-A74D-079F71B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86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44BAB-A16C-4D24-8623-B652E5A2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908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B8C2A-6716-470E-B8A7-D8A3467D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19526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253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0913C-0860-41A4-864D-E1E4CD50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Exasol Personal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AE6AD2-BB7D-4455-B23A-9A14C30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86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76AC3-E7E6-4310-942C-2AAA2AF0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Optional explanation layer is invoked only when confidence is low or evidence is ambiguous.</a:t>
            </a:r>
          </a:p>
        </p:txBody>
      </p:sp>
    </p:spTree>
    <p:extLst>
      <p:ext uri="{BB962C8B-B14F-4D97-AF65-F5344CB8AC3E}">
        <p14:creationId xmlns:p14="http://schemas.microsoft.com/office/powerpoint/2010/main" val="536937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D6DF4-34DC-4C83-A25F-47C58EB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04  /  WORKING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598AE-B7D0-4D59-8455-CD6D5A8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Live inspection footage proves the capture-to-decision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0EEB8-C1A0-46A8-9BD5-3644854B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The supplied demo uses a phone camera stream and shows normal / surface-condition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62B6E-3D6B-4A5D-94CE-975B1A5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8956-D33F-4B50-8415-1CF70E7D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89EB4-AE32-485F-8AFA-44290F97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05004c49f44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209800"/>
            <a:ext cx="6096000" cy="3429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F69D5-1303-4E01-B174-EC16DDB5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45720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CFCC5-DC10-49C9-AE75-A5D304DE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ED39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ED39A"/>
                </a:solidFill>
                <a:latin typeface="Aptos"/>
                <a:ea typeface="Aptos"/>
                <a:cs typeface="Aptos"/>
              </a:rPr>
              <a:t>What is working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A9079-35E5-4E7E-A774-379F770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2BFD5-9EB0-4AA8-8359-EB4A19D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Phone-based live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9404C-A30F-495C-81C8-D11DDF8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3BFF7-AA55-4BB4-A3BD-9E47F2B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Visual class / anomaly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75D00-609D-4BFC-9D31-7016CF54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52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E4534-8407-44F2-8BD8-7AF2187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529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Human review can update disposition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E2199-41F7-4703-97F6-5B0508C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196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1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A9B7CA"/>
                </a:solidFill>
                <a:latin typeface="Aptos"/>
                <a:ea typeface="Aptos"/>
                <a:cs typeface="Aptos"/>
              </a:rPr>
              <a:t>Historical bearing footage is shown as workflow evidence; the proposed pilot is a static product.</a:t>
            </a:r>
          </a:p>
        </p:txBody>
      </p:sp>
    </p:spTree>
    <p:extLst>
      <p:ext uri="{BB962C8B-B14F-4D97-AF65-F5344CB8AC3E}">
        <p14:creationId xmlns:p14="http://schemas.microsoft.com/office/powerpoint/2010/main" val="590036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ABE48-B47C-4BFA-AD1D-3D7D6431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05  /  HUMAN-IN-THE-LOOP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11729-A5AF-4083-B7AE-4C812272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Every image starts in REVIEW. The inspector closes the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C4023-2F2B-4E2E-B3F5-70F61530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Accept and Reject are explicit state changes, with the original evidence retained.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EA37E-FC61-4DCF-A092-ACD6A29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7FAF8-D40A-43F0-A32F-301B1181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5928C-555F-4777-87CD-98EB7FBC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808E6-150A-4F5A-814C-EA354388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96885-652E-4BFB-A802-6110AB58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B45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B45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2E016-C370-4F50-B080-E80CDA50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NEW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9168D-AC35-4AC7-86B1-4DADF5D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19375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A5BBD-592B-4042-BCDC-8525417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ED39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5ED39A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16741-89ED-453C-99B7-B1A75D64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RELEASED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5A7EF-4B8D-40F0-813B-617F284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A6B83-4CC2-4B36-A644-F3F637C9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7A8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7A86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C9034-788F-4F7A-BF6F-203A031A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HOLD / INVESTIGATE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0D4F5-9720-4AC9-9148-FAFDE2A1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Review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9C335-53EE-4C33-A01A-5FFDD451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inspection_id  ·  reviewer  ·  action  ·  timestamp  · 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F7BB7-CE9A-4F54-9003-C645D80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No silent overwrite: status changes remain auditable.</a:t>
            </a:r>
          </a:p>
        </p:txBody>
      </p:sp>
    </p:spTree>
    <p:extLst>
      <p:ext uri="{BB962C8B-B14F-4D97-AF65-F5344CB8AC3E}">
        <p14:creationId xmlns:p14="http://schemas.microsoft.com/office/powerpoint/2010/main" val="1473900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2AB60-FAB6-46C0-B322-F1050B79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06  /  EXASOL PERSONAL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62FE0-71E6-4EDE-8E31-EAD6E643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The data platform is part of the product, not a storage afterthought.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BE44D-BAE3-4844-B5D4-04BB80EF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Local Exasol Personal keeps inspection events, reviewer actions and batch analytics in one queryable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4262C-3E04-4328-B22D-95E4DB9B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E70FF-5519-4324-B994-7E041AB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99A7D-92EB-4B08-991C-ECD1795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c7d29ae424330">
            <a:extLst>
              <a:ext uri="{96DAC541-7B7A-43D3-8B79-37D633B846F1}">
                <asvg:svgBlip xmlns:asvg="http://schemas.microsoft.com/office/drawing/2016/SVG/main" r:embed="Rbdd7b6d2b4ff46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2247900"/>
            <a:ext cx="695325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BFC1-8047-4821-8ACF-9E90B68B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752850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6C4D0-9377-4E67-9DEA-D930093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Core 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51D50-A2D9-4DB7-ABC2-979E1FEC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INSPECTIONS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D081B-FCEA-42E7-AE9F-16D0D7AB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HUMAN_REVIEWS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F61DE-8005-4E30-9B1D-F5D2649D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BATCH_SUMMARY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6F9CD-CA8F-44F1-8704-840927D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Queries power the dashboard, review queue and trend engine.</a:t>
            </a:r>
          </a:p>
        </p:txBody>
      </p:sp>
    </p:spTree>
    <p:extLst>
      <p:ext uri="{BB962C8B-B14F-4D97-AF65-F5344CB8AC3E}">
        <p14:creationId xmlns:p14="http://schemas.microsoft.com/office/powerpoint/2010/main" val="1989523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AAAD2-8D44-40BB-8D60-540BB9B4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07  /  BATCH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AF76D-A98C-4F88-835C-7E460F68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From individual images to a quality signal leaders can act 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AACD2-FABA-4602-8F7E-795503F3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Synthetic demo seed for the MVP: 840 records across accepted, rejected and unresolved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61E0E-09F2-4567-9EED-A7A78906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380D8-19D0-4C42-BAB3-9E30A098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911CD-6EA5-45ED-8457-D9278BF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800FF-CBB0-418D-9B8E-68BCB22A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114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E2E39-0946-4CE4-9FA6-A6935BB7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5991F-BCD4-477F-AC1D-C919F8F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655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A715F-9C44-441F-9B70-FB5FC41A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01471"/>
            <a:ext cx="1143000" cy="451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141DE-3BC6-48A3-A8E0-0321E5AA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0485B-96F2-4EB6-834A-95B1B7A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5721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135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07800-8D7A-41B6-B593-844BB8DE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5767"/>
            <a:ext cx="1143000" cy="167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62B71-0FF6-44A6-A77C-28A3CF7C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Unresolved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19025-8339-4A5B-962C-6651EC29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00017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F5612-E478-4243-B79D-11FF1C45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C7370-1E85-49BE-A76C-23BD7B27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3752850" cy="2990850"/>
          </a:xfrm>
          <a:prstGeom xmlns:a="http://schemas.openxmlformats.org/drawingml/2006/main" prst="roundRect">
            <a:avLst>
              <a:gd name="adj" fmla="val 5732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A84E8-245B-4DA1-8054-6B1F72F1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What the query exposes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A9DD9-DC1B-4962-BEDB-BF867002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E2F93-6D95-4BA8-ACEF-76B10A90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Rejection rate by batch / shift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BF88A-2B71-49EC-BD7D-6752144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9B185-D6F3-4790-8162-1E71B80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Unresolved queue needing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C8141-EB1A-4D3B-A8F9-DD00819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B325E-210E-428D-9B73-69E4443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Drift in defect categories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34131-25B0-4264-8A3A-EF9B4685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38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1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A9B7CA"/>
                </a:solidFill>
                <a:latin typeface="Aptos"/>
                <a:ea typeface="Aptos"/>
                <a:cs typeface="Aptos"/>
              </a:rPr>
              <a:t>Illustrative synthetic data — replace with pilot data before production claims.</a:t>
            </a:r>
          </a:p>
        </p:txBody>
      </p:sp>
    </p:spTree>
    <p:extLst>
      <p:ext uri="{BB962C8B-B14F-4D97-AF65-F5344CB8AC3E}">
        <p14:creationId xmlns:p14="http://schemas.microsoft.com/office/powerpoint/2010/main" val="1338395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C56B1-CCD0-4D29-A58C-E2F1F6AD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08  /  HONEST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F3616-563B-4520-8DCB-EE672491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Useful triage now. Stronger evidence over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29DC2-0697-4959-867F-F921ADA0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The MVP reports observable image outcomes; it does not claim calibrated failure probability or remaining useful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E927B-4F70-438B-8181-247B7DA5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9F8CB-E790-4222-8120-A39CAB3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04DF9-5628-47F1-BB57-782F5FA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E2A58-A316-422B-9D91-BEBBA265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333375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0C440-6E44-434C-B0C0-63CED0DA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ED39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ED39A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4FE15-674D-4CDD-93BA-445FD97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AFD42-4B44-4112-AF2E-37108645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Visual anomaly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07E9F-DD5C-4B8C-AC57-5EC98D0C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1D2ED-0B6C-4D4A-A161-5E88CA94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Human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2F81D-42F1-46BA-83C3-DB82AE2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EF9D8-1EEC-4B63-84E1-300795E3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Batch / trend queries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530DE-5D08-45B0-9654-1D77B4C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33375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DA8F3-C414-4923-98E6-316020F9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B45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B45B"/>
                </a:solidFill>
                <a:latin typeface="Aptos"/>
                <a:ea typeface="Aptos"/>
                <a:cs typeface="Aptos"/>
              </a:rPr>
              <a:t>Next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5ACDB-2419-4961-9DF0-81E0DCD1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85CD0-5FF7-4910-85BC-CB6460D0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Representative static-product dataset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62735-0E4B-42E8-9525-7D8B530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C502C-A7A7-428E-B692-DF6AEED3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Expert-labelled holdout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E8169-E681-46FB-AD89-83552329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10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7E203-AEE5-4DFD-91FD-E20028FF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Threshold and drift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56D914-4FCD-405D-BC7D-3DB23E70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33375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5253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B2BEA-6104-4176-ADE0-BBC5606C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38C15-536F-46EE-8DDB-8E44EA0A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05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1F171-C21A-4B88-AB42-975E0ECB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Dimensional measurement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912F1C-E189-4547-9F26-3DB59CBF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C15CC-33AF-430A-9485-5E7EF02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576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Automated reject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C9AE6-755E-4D8B-BFA9-4E4719D8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10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B1C3FC-EE87-48A9-9FB2-B3571C2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100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Dynamic rig for rotating parts</a:t>
            </a:r>
          </a:p>
        </p:txBody>
      </p:sp>
    </p:spTree>
    <p:extLst>
      <p:ext uri="{BB962C8B-B14F-4D97-AF65-F5344CB8AC3E}">
        <p14:creationId xmlns:p14="http://schemas.microsoft.com/office/powerpoint/2010/main" val="1107559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4AB26-3970-4662-98A4-389B696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09  /  PILOT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3A99E-35DE-49E1-82F2-6796C972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 practical path from prototype to defensible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B424E-F8B8-48DE-9402-BABCFE0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Each step creates the evidence needed for the next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67D2F-E5D2-4BB2-8DAD-AA0A5625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5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34086-E024-412C-A247-F4E7857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55327-F886-4016-BBEA-3B0E9D3C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1075F-0498-4AE6-804A-EDAF5721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A2F5E-AEA8-44FF-AA8A-8671F00C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05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Choose one static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AA78C-0013-448F-92F3-7F0F77B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defect taxonomy + capture SOP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9747A-D8BD-415F-B676-0F84463C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923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2F285-1E0A-4B3C-B803-170A567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A9779-5338-4A6E-B168-EF7D814F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24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Collect representative images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56582-3A88-4B7F-BB77-65D46BA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expert labels + edge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6A4B3-4D69-4BA8-A0BE-E29FD0C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923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91634-FF43-419B-A178-EC92E8E0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64015-4B56-4510-886E-F4EEA5D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Connect Exasol Personal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0EB71-3379-418B-8022-AD36B0B6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81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schema, review events, batch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CA35D-C956-4E2B-8282-D5D52B8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38650"/>
            <a:ext cx="923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8D1B4-9F1E-4180-8EE9-FF132832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C69B0-079E-49AF-AF9D-C742A77E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Validate in a live cell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F80FA-D333-4A7D-9C02-F2E8BCC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0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precision / recall + reviewer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61090-76C7-4544-96A5-C2B7B2E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57800"/>
            <a:ext cx="923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93987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86686-3686-40B4-B88B-C1CC0B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EXTENDQUALITY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6F9E7-CB61-46AC-9210-5B085DAE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Make every quality decision</a:t>
            </a:r>
          </a:p>
          <a:p xmlns:a="http://schemas.openxmlformats.org/drawingml/2006/main">
            <a:pPr algn="l">
              <a:buNone/>
              <a:defRPr sz="2850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traceable.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3713E-7E90-421E-B5D4-6D095C8F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A phone-first inspection workflow backed by Exasol Personal.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F4767-B5FB-4B77-977E-C8C29DD3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5905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DFADB-08C2-41D1-9A77-FFA80C8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P Prajeet Joshua  ·  Mohith Dharshan J  ·  Janani Logaprabu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16142-8503-4144-A1C2-1A0431A2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Public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012B2-6F8D-4306-81F1-EF8399A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5F7FB"/>
                </a:solidFill>
                <a:latin typeface="Aptos"/>
                <a:ea typeface="Aptos"/>
                <a:cs typeface="Aptos"/>
              </a:rPr>
              <a:t>github.com/prajeetjoshua-hub/ExtendQuality_Exasol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59077-1966-46BD-91A3-FA5F077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Demo video  ·  2:55  ·  1080p  ·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6C773-0124-429B-88ED-AFAB382B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drive.google.com/file/d/1j8SUwO667vC44n2xa3ZoksK1pRTB0OCc/view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3A248-EE3C-4AAA-9CD7-3A3A2EFE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8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B45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B45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19EC6-E29D-4849-B90D-147EEC4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7CA"/>
                </a:solidFill>
                <a:latin typeface="Aptos"/>
                <a:ea typeface="Aptos"/>
                <a:cs typeface="Aptos"/>
              </a:rPr>
              <a:t>EXTENDQUALITY  /  EXASOL AI + DATA CHALLENGE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BE107-2CB6-4ED5-ABB2-DE1F30B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58D5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8D5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8632561"/>
      </p:ext>
    </p:extLst>
  </p:cSld>
</p:sld>
</file>

<file path=ppt/theme/theme1.xml><?xml version="1.0" encoding="utf-8"?>
<a:theme xmlns:a="http://schemas.openxmlformats.org/drawingml/2006/main" name="ExtendQuality">
  <a:themeElements>
    <a:clrScheme name="ExtendQualit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tendQua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ExtendQuality | Exasol AI + Data Challenge 2026</dc:title>
  <dc:creator>prajeetjoshua</dc:creator>
  <cp:lastModifiedBy>prajeetjoshua</cp:lastModifiedBy>
  <dcterms:created xsi:type="dcterms:W3CDTF">2026-09-08T00:00:00Z</dcterms:created>
  <dcterms:modified xsi:type="dcterms:W3CDTF">2026-09-08T00:00:00Z</dcterms:modified>
  <cp:keywords>ExtendQuality, Exasol Personal, Predict Detect Optimize</cp:keywords>
  <dc:description>Pitch deck for ExtendQuality.</dc:description>
</cp:coreProperties>
</file>